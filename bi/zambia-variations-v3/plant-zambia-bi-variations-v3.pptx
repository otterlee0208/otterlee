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D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symbol" descr="/tmp/claude-0/-home-user-otterlee/54e04198-701a-58c9-b487-eea2ac6d4846/scratchpad/out7/2_mono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2560320" cy="2560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74720" y="1188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아이덴티티 · 심볼 변형안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3474720" y="22860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하나, 나무 한 그루, 한 사람 — 더 자연스럽고 자유로운 점으로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47472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D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(사)산과자연의친구 · 2026. 10 · v3 (피드백 반영 3안)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피드백과 수정 방향</a:t>
            </a:r>
            <a:endParaRPr lang="en-US" sz="2000" dirty="0"/>
          </a:p>
        </p:txBody>
      </p:sp>
      <p:pic>
        <p:nvPicPr>
          <p:cNvPr id="3" name="v2 symbol" descr="/tmp/claude-0/-home-user-otterlee/54e04198-701a-58c9-b487-eea2ac6d4846/scratchpad/in/x/ppt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017520" cy="3017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기존(v2) — 격자 배열</a:t>
            </a:r>
            <a:endParaRPr lang="en-US" sz="1100" dirty="0"/>
          </a:p>
        </p:txBody>
      </p:sp>
      <p:sp>
        <p:nvSpPr>
          <p:cNvPr id="5" name="card 유지"/>
          <p:cNvSpPr/>
          <p:nvPr/>
        </p:nvSpPr>
        <p:spPr>
          <a:xfrm>
            <a:off x="3840480" y="109728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02336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097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나무 한 그루, 한 사람이라는 컨셉</a:t>
            </a:r>
            <a:endParaRPr lang="en-US" sz="1300" dirty="0"/>
          </a:p>
        </p:txBody>
      </p:sp>
      <p:sp>
        <p:nvSpPr>
          <p:cNvPr id="8" name="card 문제"/>
          <p:cNvSpPr/>
          <p:nvPr/>
        </p:nvSpPr>
        <p:spPr>
          <a:xfrm>
            <a:off x="3840480" y="196596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2336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965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점을 도식적으로 줄 세워서 교통표지판처럼 읽힐 수 있음</a:t>
            </a:r>
            <a:endParaRPr lang="en-US" sz="1300" dirty="0"/>
          </a:p>
        </p:txBody>
      </p:sp>
      <p:sp>
        <p:nvSpPr>
          <p:cNvPr id="11" name="card 수정"/>
          <p:cNvSpPr/>
          <p:nvPr/>
        </p:nvSpPr>
        <p:spPr>
          <a:xfrm>
            <a:off x="3840480" y="2834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834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점의 크기를 다양하게, 배열은 자연스럽고 불규칙하게</a:t>
            </a:r>
            <a:endParaRPr lang="en-US" sz="1300" dirty="0"/>
          </a:p>
        </p:txBody>
      </p:sp>
      <p:sp>
        <p:nvSpPr>
          <p:cNvPr id="14" name="card 방식"/>
          <p:cNvSpPr/>
          <p:nvPr/>
        </p:nvSpPr>
        <p:spPr>
          <a:xfrm>
            <a:off x="3840480" y="37033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23360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8A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3703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안을 만들어 나중에 택일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변형안 한눈에 보기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가로형 로고의 글자는 v2와 같습니다. 심볼만 바꿨습니다.</a:t>
            </a:r>
            <a:endParaRPr lang="en-US" sz="1200" dirty="0"/>
          </a:p>
        </p:txBody>
      </p:sp>
      <p:pic>
        <p:nvPicPr>
          <p:cNvPr id="4" name="overview 1" descr="/tmp/claude-0/-home-user-otterlee/54e04198-701a-58c9-b487-eea2ac6d4846/scratchpad/out7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560320" cy="2560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40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최초안</a:t>
            </a:r>
            <a:endParaRPr lang="en-US" sz="1200" dirty="0"/>
          </a:p>
        </p:txBody>
      </p:sp>
      <p:pic>
        <p:nvPicPr>
          <p:cNvPr id="6" name="overview 2" descr="/tmp/claude-0/-home-user-otterlee/54e04198-701a-58c9-b487-eea2ac6d4846/scratchpad/out7/2_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560320" cy="2560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91840" y="3840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점을 살짝 풀기</a:t>
            </a:r>
            <a:endParaRPr lang="en-US" sz="1200" dirty="0"/>
          </a:p>
        </p:txBody>
      </p:sp>
      <p:pic>
        <p:nvPicPr>
          <p:cNvPr id="8" name="overview 3" descr="/tmp/claude-0/-home-user-otterlee/54e04198-701a-58c9-b487-eea2ac6d4846/scratchpad/out7/3_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560320" cy="2560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126480" y="3840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 지문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1안은 최초안, 2안은 점을 풀어낸 안, 3안은 둥근 지문 무늬로 바꾼 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1안  최초안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v2에서 제안드린 기존 심볼입니다. 점을 같은 크기로 가지런히 배열했습니다.</a:t>
            </a:r>
            <a:endParaRPr lang="en-US" sz="1200" dirty="0"/>
          </a:p>
        </p:txBody>
      </p:sp>
      <p:pic>
        <p:nvPicPr>
          <p:cNvPr id="4" name="1 green" descr="/tmp/claude-0/-home-user-otterlee/54e04198-701a-58c9-b487-eea2ac6d4846/scratchpad/out7/1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1 white" descr="/tmp/claude-0/-home-user-otterlee/54e04198-701a-58c9-b487-eea2ac6d4846/scratchpad/out7/1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1 lockup" descr="/tmp/claude-0/-home-user-otterlee/54e04198-701a-58c9-b487-eea2ac6d4846/scratchpad/out7/1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1 size0" descr="/tmp/claude-0/-home-user-otterlee/54e04198-701a-58c9-b487-eea2ac6d4846/scratchpad/out7/1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1 size1" descr="/tmp/claude-0/-home-user-otterlee/54e04198-701a-58c9-b487-eea2ac6d4846/scratchpad/out7/1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1 size2" descr="/tmp/claude-0/-home-user-otterlee/54e04198-701a-58c9-b487-eea2ac6d4846/scratchpad/out7/1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비교의 기준입니다. 점이 반듯해서 도식적이라는 의견이 있었습니다.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 점을 살짝 풀기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나무 모양은 그대로 두고, 점의 위치와 크기만 조금씩 흩트렸습니다.</a:t>
            </a:r>
            <a:endParaRPr lang="en-US" sz="1200" dirty="0"/>
          </a:p>
        </p:txBody>
      </p:sp>
      <p:pic>
        <p:nvPicPr>
          <p:cNvPr id="4" name="2 green" descr="/tmp/claude-0/-home-user-otterlee/54e04198-701a-58c9-b487-eea2ac6d4846/scratchpad/out7/2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2 white" descr="/tmp/claude-0/-home-user-otterlee/54e04198-701a-58c9-b487-eea2ac6d4846/scratchpad/out7/2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2 lockup" descr="/tmp/claude-0/-home-user-otterlee/54e04198-701a-58c9-b487-eea2ac6d4846/scratchpad/out7/2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2 size0" descr="/tmp/claude-0/-home-user-otterlee/54e04198-701a-58c9-b487-eea2ac6d4846/scratchpad/out7/2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2 size1" descr="/tmp/claude-0/-home-user-otterlee/54e04198-701a-58c9-b487-eea2ac6d4846/scratchpad/out7/2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2 size2" descr="/tmp/claude-0/-home-user-otterlee/54e04198-701a-58c9-b487-eea2ac6d4846/scratchpad/out7/2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인상을 이어가면서 도식적인 느낌을 줄였습니다. 점 25개.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 지문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엄지 지문처럼 동글동글한 소용돌이 무늬. 점이 동심원으로 돌고, 아래로 줄기가 내려옵니다.</a:t>
            </a:r>
            <a:endParaRPr lang="en-US" sz="1200" dirty="0"/>
          </a:p>
        </p:txBody>
      </p:sp>
      <p:pic>
        <p:nvPicPr>
          <p:cNvPr id="4" name="3 green" descr="/tmp/claude-0/-home-user-otterlee/54e04198-701a-58c9-b487-eea2ac6d4846/scratchpad/out7/3_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26080" cy="2926080"/>
          </a:xfrm>
          <a:prstGeom prst="rect">
            <a:avLst/>
          </a:prstGeom>
        </p:spPr>
      </p:pic>
      <p:pic>
        <p:nvPicPr>
          <p:cNvPr id="5" name="3 white" descr="/tmp/claude-0/-home-user-otterlee/54e04198-701a-58c9-b487-eea2ac6d4846/scratchpad/out7/3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188720"/>
            <a:ext cx="1463040" cy="1463040"/>
          </a:xfrm>
          <a:prstGeom prst="rect">
            <a:avLst/>
          </a:prstGeom>
        </p:spPr>
      </p:pic>
      <p:pic>
        <p:nvPicPr>
          <p:cNvPr id="6" name="3 lockup" descr="/tmp/claude-0/-home-user-otterlee/54e04198-701a-58c9-b487-eea2ac6d4846/scratchpad/out7/3_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3474720" cy="1411834"/>
          </a:xfrm>
          <a:prstGeom prst="rect">
            <a:avLst/>
          </a:prstGeom>
        </p:spPr>
      </p:pic>
      <p:pic>
        <p:nvPicPr>
          <p:cNvPr id="7" name="3 size0" descr="/tmp/claude-0/-home-user-otterlee/54e04198-701a-58c9-b487-eea2ac6d4846/scratchpad/out7/3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063240"/>
            <a:ext cx="274320" cy="274320"/>
          </a:xfrm>
          <a:prstGeom prst="rect">
            <a:avLst/>
          </a:prstGeom>
        </p:spPr>
      </p:pic>
      <p:pic>
        <p:nvPicPr>
          <p:cNvPr id="8" name="3 size1" descr="/tmp/claude-0/-home-user-otterlee/54e04198-701a-58c9-b487-eea2ac6d4846/scratchpad/out7/3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2994660"/>
            <a:ext cx="411480" cy="411480"/>
          </a:xfrm>
          <a:prstGeom prst="rect">
            <a:avLst/>
          </a:prstGeom>
        </p:spPr>
      </p:pic>
      <p:pic>
        <p:nvPicPr>
          <p:cNvPr id="9" name="3 size2" descr="/tmp/claude-0/-home-user-otterlee/54e04198-701a-58c9-b487-eea2ac6d4846/scratchpad/out7/3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2880360"/>
            <a:ext cx="640080" cy="64008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3566160" y="3840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확인</a:t>
            </a:r>
            <a:endParaRPr lang="en-US" sz="1000" dirty="0"/>
          </a:p>
        </p:txBody>
      </p:sp>
      <p:sp>
        <p:nvSpPr>
          <p:cNvPr id="11" name="note card"/>
          <p:cNvSpPr/>
          <p:nvPr/>
        </p:nvSpPr>
        <p:spPr>
          <a:xfrm>
            <a:off x="5212080" y="28803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EAF7EE"/>
          </a:solidFill>
          <a:ln w="12700">
            <a:solidFill>
              <a:srgbClr val="EAF7EE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5394960" y="28803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 하나가 사람 한 명, 지문은 그 사람의 흔적입니다. 점 70개 안팎이라 작게 쓸 때 확인이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000" dirty="0"/>
          </a:p>
        </p:txBody>
      </p:sp>
      <p:sp>
        <p:nvSpPr>
          <p:cNvPr id="3" name="num 1"/>
          <p:cNvSpPr/>
          <p:nvPr/>
        </p:nvSpPr>
        <p:spPr>
          <a:xfrm>
            <a:off x="457200" y="109728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마음에 드는 안 1~2개를 골라 주세요 (섞어 쓰기도 가능합니다)</a:t>
            </a:r>
            <a:endParaRPr lang="en-US" sz="1500" dirty="0"/>
          </a:p>
        </p:txBody>
      </p:sp>
      <p:sp>
        <p:nvSpPr>
          <p:cNvPr id="6" name="num 2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선택한 안은 점 배치를 다듬어 가로형·세로형·심볼 단독·영문형으로 확장합니다</a:t>
            </a:r>
            <a:endParaRPr lang="en-US" sz="1500" dirty="0"/>
          </a:p>
        </p:txBody>
      </p:sp>
      <p:sp>
        <p:nvSpPr>
          <p:cNvPr id="9" name="num 3"/>
          <p:cNvSpPr/>
          <p:nvPr/>
        </p:nvSpPr>
        <p:spPr>
          <a:xfrm>
            <a:off x="457200" y="3108960"/>
            <a:ext cx="548640" cy="548640"/>
          </a:xfrm>
          <a:prstGeom prst="ellipse">
            <a:avLst/>
          </a:prstGeom>
          <a:solidFill>
            <a:srgbClr val="2BDA5A"/>
          </a:solidFill>
          <a:ln w="12700">
            <a:solidFill>
              <a:srgbClr val="2BD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크기에서 점이 뭉개지는지 다시 확인합니다 (심볼 10mm / 32px)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잠비아 나무심기 BI 심볼 변형안</dc:title>
  <dc:subject>PptxGenJS Presentation</dc:subject>
  <dc:creator>PptxGenJS</dc:creator>
  <cp:lastModifiedBy>PptxGenJS</cp:lastModifiedBy>
  <cp:revision>1</cp:revision>
  <dcterms:created xsi:type="dcterms:W3CDTF">2026-10-07T13:48:37Z</dcterms:created>
  <dcterms:modified xsi:type="dcterms:W3CDTF">2026-10-07T13:48:37Z</dcterms:modified>
</cp:coreProperties>
</file>
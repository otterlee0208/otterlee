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2.png"/><Relationship Id="rId5" Type="http://schemas.openxmlformats.org/officeDocument/2006/relationships/image" Target="../media/image-4-2.png"/><Relationship Id="rId6" Type="http://schemas.openxmlformats.org/officeDocument/2006/relationships/image" Target="../media/image-4-2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2.png"/><Relationship Id="rId5" Type="http://schemas.openxmlformats.org/officeDocument/2006/relationships/image" Target="../media/image-5-2.png"/><Relationship Id="rId6" Type="http://schemas.openxmlformats.org/officeDocument/2006/relationships/image" Target="../media/image-5-2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2.png"/><Relationship Id="rId5" Type="http://schemas.openxmlformats.org/officeDocument/2006/relationships/image" Target="../media/image-6-2.png"/><Relationship Id="rId6" Type="http://schemas.openxmlformats.org/officeDocument/2006/relationships/image" Target="../media/image-6-2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DA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 symbol" descr="/tmp/claude-0/-home-user-otterlee/54e04198-701a-58c9-b487-eea2ac6d4846/scratchpad/out6/2_mono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"/>
            <a:ext cx="2560320" cy="25603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474720" y="11887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아이덴티티 · 심볼 변형안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3474720" y="228600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 하나, 나무 한 그루, 한 사람 — 더 자연스럽고 자유로운 점으로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3474720" y="420624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3D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(사)산과자연의친구 · 2026. 10 · v3 (피드백 반영 3안)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피드백과 수정 방향</a:t>
            </a:r>
            <a:endParaRPr lang="en-US" sz="2000" dirty="0"/>
          </a:p>
        </p:txBody>
      </p:sp>
      <p:pic>
        <p:nvPicPr>
          <p:cNvPr id="3" name="v2 symbol" descr="/tmp/claude-0/-home-user-otterlee/54e04198-701a-58c9-b487-eea2ac6d4846/scratchpad/in/x/ppt/media/image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3017520" cy="30175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062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기존(v2) — 격자 배열</a:t>
            </a:r>
            <a:endParaRPr lang="en-US" sz="1100" dirty="0"/>
          </a:p>
        </p:txBody>
      </p:sp>
      <p:sp>
        <p:nvSpPr>
          <p:cNvPr id="5" name="card 유지"/>
          <p:cNvSpPr/>
          <p:nvPr/>
        </p:nvSpPr>
        <p:spPr>
          <a:xfrm>
            <a:off x="3840480" y="1097280"/>
            <a:ext cx="4846320" cy="731520"/>
          </a:xfrm>
          <a:prstGeom prst="roundRect">
            <a:avLst>
              <a:gd name="adj" fmla="val 10000"/>
            </a:avLst>
          </a:prstGeom>
          <a:solidFill>
            <a:srgbClr val="EAF7EE"/>
          </a:solidFill>
          <a:ln w="12700">
            <a:solidFill>
              <a:srgbClr val="EAF7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023360" y="1097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8A3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유지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4754880" y="109728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 하나가 나무 한 그루, 한 사람이라는 컨셉</a:t>
            </a:r>
            <a:endParaRPr lang="en-US" sz="1300" dirty="0"/>
          </a:p>
        </p:txBody>
      </p:sp>
      <p:sp>
        <p:nvSpPr>
          <p:cNvPr id="8" name="card 문제"/>
          <p:cNvSpPr/>
          <p:nvPr/>
        </p:nvSpPr>
        <p:spPr>
          <a:xfrm>
            <a:off x="3840480" y="1965960"/>
            <a:ext cx="4846320" cy="731520"/>
          </a:xfrm>
          <a:prstGeom prst="roundRect">
            <a:avLst>
              <a:gd name="adj" fmla="val 10000"/>
            </a:avLst>
          </a:prstGeom>
          <a:solidFill>
            <a:srgbClr val="EAF7EE"/>
          </a:solidFill>
          <a:ln w="12700">
            <a:solidFill>
              <a:srgbClr val="EAF7E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023360" y="1965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8A3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754880" y="196596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점을 도식적으로 줄 세워서 교통표지판처럼 읽힐 수 있음</a:t>
            </a:r>
            <a:endParaRPr lang="en-US" sz="1300" dirty="0"/>
          </a:p>
        </p:txBody>
      </p:sp>
      <p:sp>
        <p:nvSpPr>
          <p:cNvPr id="11" name="card 수정"/>
          <p:cNvSpPr/>
          <p:nvPr/>
        </p:nvSpPr>
        <p:spPr>
          <a:xfrm>
            <a:off x="3840480" y="2834640"/>
            <a:ext cx="4846320" cy="731520"/>
          </a:xfrm>
          <a:prstGeom prst="roundRect">
            <a:avLst>
              <a:gd name="adj" fmla="val 10000"/>
            </a:avLst>
          </a:prstGeom>
          <a:solidFill>
            <a:srgbClr val="EAF7EE"/>
          </a:solidFill>
          <a:ln w="12700">
            <a:solidFill>
              <a:srgbClr val="EAF7E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023360" y="2834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8A3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754880" y="283464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점의 크기를 다양하게, 배열은 자연스럽고 불규칙하게</a:t>
            </a:r>
            <a:endParaRPr lang="en-US" sz="1300" dirty="0"/>
          </a:p>
        </p:txBody>
      </p:sp>
      <p:sp>
        <p:nvSpPr>
          <p:cNvPr id="14" name="card 방식"/>
          <p:cNvSpPr/>
          <p:nvPr/>
        </p:nvSpPr>
        <p:spPr>
          <a:xfrm>
            <a:off x="3840480" y="3703320"/>
            <a:ext cx="4846320" cy="731520"/>
          </a:xfrm>
          <a:prstGeom prst="roundRect">
            <a:avLst>
              <a:gd name="adj" fmla="val 10000"/>
            </a:avLst>
          </a:prstGeom>
          <a:solidFill>
            <a:srgbClr val="EAF7EE"/>
          </a:solidFill>
          <a:ln w="12700">
            <a:solidFill>
              <a:srgbClr val="EAF7E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023360" y="3703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8A3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방식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754880" y="370332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3가지 안을 만들어 나중에 택일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변형안 한눈에 보기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가로형 로고의 글자는 v2와 같습니다. 심볼만 바꿨습니다.</a:t>
            </a:r>
            <a:endParaRPr lang="en-US" sz="1200" dirty="0"/>
          </a:p>
        </p:txBody>
      </p:sp>
      <p:pic>
        <p:nvPicPr>
          <p:cNvPr id="4" name="overview 1" descr="/tmp/claude-0/-home-user-otterlee/54e04198-701a-58c9-b487-eea2ac6d4846/scratchpad/out6/1_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2560320" cy="2560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8404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1안  최초안</a:t>
            </a:r>
            <a:endParaRPr lang="en-US" sz="1200" dirty="0"/>
          </a:p>
        </p:txBody>
      </p:sp>
      <p:pic>
        <p:nvPicPr>
          <p:cNvPr id="6" name="overview 2" descr="/tmp/claude-0/-home-user-otterlee/54e04198-701a-58c9-b487-eea2ac6d4846/scratchpad/out6/2_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188720"/>
            <a:ext cx="2560320" cy="2560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291840" y="38404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2안  점을 살짝 풀기</a:t>
            </a:r>
            <a:endParaRPr lang="en-US" sz="1200" dirty="0"/>
          </a:p>
        </p:txBody>
      </p:sp>
      <p:pic>
        <p:nvPicPr>
          <p:cNvPr id="8" name="overview 3" descr="/tmp/claude-0/-home-user-otterlee/54e04198-701a-58c9-b487-eea2ac6d4846/scratchpad/out6/3_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188720"/>
            <a:ext cx="2560320" cy="25603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6126480" y="38404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3안  지문</a:t>
            </a:r>
            <a:endParaRPr lang="en-US" sz="1200" dirty="0"/>
          </a:p>
        </p:txBody>
      </p:sp>
      <p:sp>
        <p:nvSpPr>
          <p:cNvPr id="10" name="Text 5"/>
          <p:cNvSpPr txBox="1"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1안은 최초안, 2안은 점을 풀어낸 안, 3안은 지문으로 바꾼 안입니다.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1안  최초안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v2에서 제안드린 기존 심볼입니다. 점을 같은 크기로 가지런히 배열했습니다.</a:t>
            </a:r>
            <a:endParaRPr lang="en-US" sz="1200" dirty="0"/>
          </a:p>
        </p:txBody>
      </p:sp>
      <p:pic>
        <p:nvPicPr>
          <p:cNvPr id="4" name="1 green" descr="/tmp/claude-0/-home-user-otterlee/54e04198-701a-58c9-b487-eea2ac6d4846/scratchpad/out6/1_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2926080" cy="2926080"/>
          </a:xfrm>
          <a:prstGeom prst="rect">
            <a:avLst/>
          </a:prstGeom>
        </p:spPr>
      </p:pic>
      <p:pic>
        <p:nvPicPr>
          <p:cNvPr id="5" name="1 white" descr="/tmp/claude-0/-home-user-otterlee/54e04198-701a-58c9-b487-eea2ac6d4846/scratchpad/out6/1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1188720"/>
            <a:ext cx="1463040" cy="1463040"/>
          </a:xfrm>
          <a:prstGeom prst="rect">
            <a:avLst/>
          </a:prstGeom>
        </p:spPr>
      </p:pic>
      <p:pic>
        <p:nvPicPr>
          <p:cNvPr id="6" name="1 lockup" descr="/tmp/claude-0/-home-user-otterlee/54e04198-701a-58c9-b487-eea2ac6d4846/scratchpad/out6/1_locku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1188720"/>
            <a:ext cx="3474720" cy="1411834"/>
          </a:xfrm>
          <a:prstGeom prst="rect">
            <a:avLst/>
          </a:prstGeom>
        </p:spPr>
      </p:pic>
      <p:pic>
        <p:nvPicPr>
          <p:cNvPr id="7" name="1 size0" descr="/tmp/claude-0/-home-user-otterlee/54e04198-701a-58c9-b487-eea2ac6d4846/scratchpad/out6/1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3063240"/>
            <a:ext cx="274320" cy="274320"/>
          </a:xfrm>
          <a:prstGeom prst="rect">
            <a:avLst/>
          </a:prstGeom>
        </p:spPr>
      </p:pic>
      <p:pic>
        <p:nvPicPr>
          <p:cNvPr id="8" name="1 size1" descr="/tmp/claude-0/-home-user-otterlee/54e04198-701a-58c9-b487-eea2ac6d4846/scratchpad/out6/1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7640" y="2994660"/>
            <a:ext cx="411480" cy="411480"/>
          </a:xfrm>
          <a:prstGeom prst="rect">
            <a:avLst/>
          </a:prstGeom>
        </p:spPr>
      </p:pic>
      <p:pic>
        <p:nvPicPr>
          <p:cNvPr id="9" name="1 size2" descr="/tmp/claude-0/-home-user-otterlee/54e04198-701a-58c9-b487-eea2ac6d4846/scratchpad/out6/1_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0560" y="2880360"/>
            <a:ext cx="640080" cy="640080"/>
          </a:xfrm>
          <a:prstGeom prst="rect">
            <a:avLst/>
          </a:prstGeom>
        </p:spPr>
      </p:pic>
      <p:sp>
        <p:nvSpPr>
          <p:cNvPr id="10" name="Text 2"/>
          <p:cNvSpPr txBox="1"/>
          <p:nvPr/>
        </p:nvSpPr>
        <p:spPr>
          <a:xfrm>
            <a:off x="3566160" y="38404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축소 확인</a:t>
            </a:r>
            <a:endParaRPr lang="en-US" sz="1000" dirty="0"/>
          </a:p>
        </p:txBody>
      </p:sp>
      <p:sp>
        <p:nvSpPr>
          <p:cNvPr id="11" name="note card"/>
          <p:cNvSpPr/>
          <p:nvPr/>
        </p:nvSpPr>
        <p:spPr>
          <a:xfrm>
            <a:off x="5212080" y="2880360"/>
            <a:ext cx="3474720" cy="1234440"/>
          </a:xfrm>
          <a:prstGeom prst="roundRect">
            <a:avLst>
              <a:gd name="adj" fmla="val 5926"/>
            </a:avLst>
          </a:prstGeom>
          <a:solidFill>
            <a:srgbClr val="EAF7EE"/>
          </a:solidFill>
          <a:ln w="12700">
            <a:solidFill>
              <a:srgbClr val="EAF7EE"/>
            </a:solidFill>
            <a:prstDash val="solid"/>
          </a:ln>
        </p:spPr>
      </p:sp>
      <p:sp>
        <p:nvSpPr>
          <p:cNvPr id="12" name="Text 4"/>
          <p:cNvSpPr txBox="1"/>
          <p:nvPr/>
        </p:nvSpPr>
        <p:spPr>
          <a:xfrm>
            <a:off x="5394960" y="2880360"/>
            <a:ext cx="3108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비교의 기준입니다. 점이 반듯해서 도식적이라는 의견이 있었습니다.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2안  점을 살짝 풀기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나무 모양은 그대로 두고, 점의 위치와 크기만 조금씩 흩트렸습니다.</a:t>
            </a:r>
            <a:endParaRPr lang="en-US" sz="1200" dirty="0"/>
          </a:p>
        </p:txBody>
      </p:sp>
      <p:pic>
        <p:nvPicPr>
          <p:cNvPr id="4" name="2 green" descr="/tmp/claude-0/-home-user-otterlee/54e04198-701a-58c9-b487-eea2ac6d4846/scratchpad/out6/2_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2926080" cy="2926080"/>
          </a:xfrm>
          <a:prstGeom prst="rect">
            <a:avLst/>
          </a:prstGeom>
        </p:spPr>
      </p:pic>
      <p:pic>
        <p:nvPicPr>
          <p:cNvPr id="5" name="2 white" descr="/tmp/claude-0/-home-user-otterlee/54e04198-701a-58c9-b487-eea2ac6d4846/scratchpad/out6/2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1188720"/>
            <a:ext cx="1463040" cy="1463040"/>
          </a:xfrm>
          <a:prstGeom prst="rect">
            <a:avLst/>
          </a:prstGeom>
        </p:spPr>
      </p:pic>
      <p:pic>
        <p:nvPicPr>
          <p:cNvPr id="6" name="2 lockup" descr="/tmp/claude-0/-home-user-otterlee/54e04198-701a-58c9-b487-eea2ac6d4846/scratchpad/out6/2_locku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1188720"/>
            <a:ext cx="3474720" cy="1411834"/>
          </a:xfrm>
          <a:prstGeom prst="rect">
            <a:avLst/>
          </a:prstGeom>
        </p:spPr>
      </p:pic>
      <p:pic>
        <p:nvPicPr>
          <p:cNvPr id="7" name="2 size0" descr="/tmp/claude-0/-home-user-otterlee/54e04198-701a-58c9-b487-eea2ac6d4846/scratchpad/out6/2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3063240"/>
            <a:ext cx="274320" cy="274320"/>
          </a:xfrm>
          <a:prstGeom prst="rect">
            <a:avLst/>
          </a:prstGeom>
        </p:spPr>
      </p:pic>
      <p:pic>
        <p:nvPicPr>
          <p:cNvPr id="8" name="2 size1" descr="/tmp/claude-0/-home-user-otterlee/54e04198-701a-58c9-b487-eea2ac6d4846/scratchpad/out6/2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7640" y="2994660"/>
            <a:ext cx="411480" cy="411480"/>
          </a:xfrm>
          <a:prstGeom prst="rect">
            <a:avLst/>
          </a:prstGeom>
        </p:spPr>
      </p:pic>
      <p:pic>
        <p:nvPicPr>
          <p:cNvPr id="9" name="2 size2" descr="/tmp/claude-0/-home-user-otterlee/54e04198-701a-58c9-b487-eea2ac6d4846/scratchpad/out6/2_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0560" y="2880360"/>
            <a:ext cx="640080" cy="640080"/>
          </a:xfrm>
          <a:prstGeom prst="rect">
            <a:avLst/>
          </a:prstGeom>
        </p:spPr>
      </p:pic>
      <p:sp>
        <p:nvSpPr>
          <p:cNvPr id="10" name="Text 2"/>
          <p:cNvSpPr txBox="1"/>
          <p:nvPr/>
        </p:nvSpPr>
        <p:spPr>
          <a:xfrm>
            <a:off x="3566160" y="38404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축소 확인</a:t>
            </a:r>
            <a:endParaRPr lang="en-US" sz="1000" dirty="0"/>
          </a:p>
        </p:txBody>
      </p:sp>
      <p:sp>
        <p:nvSpPr>
          <p:cNvPr id="11" name="note card"/>
          <p:cNvSpPr/>
          <p:nvPr/>
        </p:nvSpPr>
        <p:spPr>
          <a:xfrm>
            <a:off x="5212080" y="2880360"/>
            <a:ext cx="3474720" cy="1234440"/>
          </a:xfrm>
          <a:prstGeom prst="roundRect">
            <a:avLst>
              <a:gd name="adj" fmla="val 5926"/>
            </a:avLst>
          </a:prstGeom>
          <a:solidFill>
            <a:srgbClr val="EAF7EE"/>
          </a:solidFill>
          <a:ln w="12700">
            <a:solidFill>
              <a:srgbClr val="EAF7EE"/>
            </a:solidFill>
            <a:prstDash val="solid"/>
          </a:ln>
        </p:spPr>
      </p:sp>
      <p:sp>
        <p:nvSpPr>
          <p:cNvPr id="12" name="Text 4"/>
          <p:cNvSpPr txBox="1"/>
          <p:nvPr/>
        </p:nvSpPr>
        <p:spPr>
          <a:xfrm>
            <a:off x="5394960" y="2880360"/>
            <a:ext cx="3108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인상을 이어가면서 도식적인 느낌을 줄였습니다. 점 25개.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3안  지문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동그란 점 대신, 지문의 융선처럼 끊어진 선이 겹겹이 쌓여 나무를 이룹니다.</a:t>
            </a:r>
            <a:endParaRPr lang="en-US" sz="1200" dirty="0"/>
          </a:p>
        </p:txBody>
      </p:sp>
      <p:pic>
        <p:nvPicPr>
          <p:cNvPr id="4" name="3 green" descr="/tmp/claude-0/-home-user-otterlee/54e04198-701a-58c9-b487-eea2ac6d4846/scratchpad/out6/3_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2926080" cy="2926080"/>
          </a:xfrm>
          <a:prstGeom prst="rect">
            <a:avLst/>
          </a:prstGeom>
        </p:spPr>
      </p:pic>
      <p:pic>
        <p:nvPicPr>
          <p:cNvPr id="5" name="3 white" descr="/tmp/claude-0/-home-user-otterlee/54e04198-701a-58c9-b487-eea2ac6d4846/scratchpad/out6/3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1188720"/>
            <a:ext cx="1463040" cy="1463040"/>
          </a:xfrm>
          <a:prstGeom prst="rect">
            <a:avLst/>
          </a:prstGeom>
        </p:spPr>
      </p:pic>
      <p:pic>
        <p:nvPicPr>
          <p:cNvPr id="6" name="3 lockup" descr="/tmp/claude-0/-home-user-otterlee/54e04198-701a-58c9-b487-eea2ac6d4846/scratchpad/out6/3_locku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1188720"/>
            <a:ext cx="3474720" cy="1411834"/>
          </a:xfrm>
          <a:prstGeom prst="rect">
            <a:avLst/>
          </a:prstGeom>
        </p:spPr>
      </p:pic>
      <p:pic>
        <p:nvPicPr>
          <p:cNvPr id="7" name="3 size0" descr="/tmp/claude-0/-home-user-otterlee/54e04198-701a-58c9-b487-eea2ac6d4846/scratchpad/out6/3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3063240"/>
            <a:ext cx="274320" cy="274320"/>
          </a:xfrm>
          <a:prstGeom prst="rect">
            <a:avLst/>
          </a:prstGeom>
        </p:spPr>
      </p:pic>
      <p:pic>
        <p:nvPicPr>
          <p:cNvPr id="8" name="3 size1" descr="/tmp/claude-0/-home-user-otterlee/54e04198-701a-58c9-b487-eea2ac6d4846/scratchpad/out6/3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7640" y="2994660"/>
            <a:ext cx="411480" cy="411480"/>
          </a:xfrm>
          <a:prstGeom prst="rect">
            <a:avLst/>
          </a:prstGeom>
        </p:spPr>
      </p:pic>
      <p:pic>
        <p:nvPicPr>
          <p:cNvPr id="9" name="3 size2" descr="/tmp/claude-0/-home-user-otterlee/54e04198-701a-58c9-b487-eea2ac6d4846/scratchpad/out6/3_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0560" y="2880360"/>
            <a:ext cx="640080" cy="640080"/>
          </a:xfrm>
          <a:prstGeom prst="rect">
            <a:avLst/>
          </a:prstGeom>
        </p:spPr>
      </p:pic>
      <p:sp>
        <p:nvSpPr>
          <p:cNvPr id="10" name="Text 2"/>
          <p:cNvSpPr txBox="1"/>
          <p:nvPr/>
        </p:nvSpPr>
        <p:spPr>
          <a:xfrm>
            <a:off x="3566160" y="38404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축소 확인</a:t>
            </a:r>
            <a:endParaRPr lang="en-US" sz="1000" dirty="0"/>
          </a:p>
        </p:txBody>
      </p:sp>
      <p:sp>
        <p:nvSpPr>
          <p:cNvPr id="11" name="note card"/>
          <p:cNvSpPr/>
          <p:nvPr/>
        </p:nvSpPr>
        <p:spPr>
          <a:xfrm>
            <a:off x="5212080" y="2880360"/>
            <a:ext cx="3474720" cy="1234440"/>
          </a:xfrm>
          <a:prstGeom prst="roundRect">
            <a:avLst>
              <a:gd name="adj" fmla="val 5926"/>
            </a:avLst>
          </a:prstGeom>
          <a:solidFill>
            <a:srgbClr val="EAF7EE"/>
          </a:solidFill>
          <a:ln w="12700">
            <a:solidFill>
              <a:srgbClr val="EAF7EE"/>
            </a:solidFill>
            <a:prstDash val="solid"/>
          </a:ln>
        </p:spPr>
      </p:sp>
      <p:sp>
        <p:nvSpPr>
          <p:cNvPr id="12" name="Text 4"/>
          <p:cNvSpPr txBox="1"/>
          <p:nvPr/>
        </p:nvSpPr>
        <p:spPr>
          <a:xfrm>
            <a:off x="5394960" y="2880360"/>
            <a:ext cx="3108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 하나가 사람 한 명, 지문은 그 사람의 흔적입니다. 점이 아닌 선이라 컨셉 설명이 달라집니다.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000" dirty="0"/>
          </a:p>
        </p:txBody>
      </p:sp>
      <p:sp>
        <p:nvSpPr>
          <p:cNvPr id="3" name="num 1"/>
          <p:cNvSpPr/>
          <p:nvPr/>
        </p:nvSpPr>
        <p:spPr>
          <a:xfrm>
            <a:off x="457200" y="1097280"/>
            <a:ext cx="548640" cy="548640"/>
          </a:xfrm>
          <a:prstGeom prst="ellipse">
            <a:avLst/>
          </a:prstGeom>
          <a:solidFill>
            <a:srgbClr val="2BDA5A"/>
          </a:solidFill>
          <a:ln w="12700">
            <a:solidFill>
              <a:srgbClr val="2BDA5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97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09728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마음에 드는 안 1~2개를 골라 주세요 (섞어 쓰기도 가능합니다)</a:t>
            </a:r>
            <a:endParaRPr lang="en-US" sz="1500" dirty="0"/>
          </a:p>
        </p:txBody>
      </p:sp>
      <p:sp>
        <p:nvSpPr>
          <p:cNvPr id="6" name="num 2"/>
          <p:cNvSpPr/>
          <p:nvPr/>
        </p:nvSpPr>
        <p:spPr>
          <a:xfrm>
            <a:off x="457200" y="2103120"/>
            <a:ext cx="548640" cy="548640"/>
          </a:xfrm>
          <a:prstGeom prst="ellipse">
            <a:avLst/>
          </a:prstGeom>
          <a:solidFill>
            <a:srgbClr val="2BDA5A"/>
          </a:solidFill>
          <a:ln w="12700">
            <a:solidFill>
              <a:srgbClr val="2BDA5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10312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선택한 안은 점 배치를 다듬어 가로형·세로형·심볼 단독·영문형으로 확장합니다</a:t>
            </a:r>
            <a:endParaRPr lang="en-US" sz="1500" dirty="0"/>
          </a:p>
        </p:txBody>
      </p:sp>
      <p:sp>
        <p:nvSpPr>
          <p:cNvPr id="9" name="num 3"/>
          <p:cNvSpPr/>
          <p:nvPr/>
        </p:nvSpPr>
        <p:spPr>
          <a:xfrm>
            <a:off x="457200" y="3108960"/>
            <a:ext cx="548640" cy="548640"/>
          </a:xfrm>
          <a:prstGeom prst="ellipse">
            <a:avLst/>
          </a:prstGeom>
          <a:solidFill>
            <a:srgbClr val="2BDA5A"/>
          </a:solidFill>
          <a:ln w="12700">
            <a:solidFill>
              <a:srgbClr val="2BDA5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108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310896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최소 크기에서 점이 뭉개지는지 다시 확인합니다 (심볼 10mm / 32px)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잠비아 나무심기 BI 심볼 변형안</dc:title>
  <dc:subject>PptxGenJS Presentation</dc:subject>
  <dc:creator>PptxGenJS</dc:creator>
  <cp:lastModifiedBy>PptxGenJS</cp:lastModifiedBy>
  <cp:revision>1</cp:revision>
  <dcterms:created xsi:type="dcterms:W3CDTF">2026-10-07T13:46:54Z</dcterms:created>
  <dcterms:modified xsi:type="dcterms:W3CDTF">2026-10-07T13:46:54Z</dcterms:modified>
</cp:coreProperties>
</file>
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5/1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4안)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변형을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1" descr="/tmp/claude-0/-home-user-otterlee/54e04198-701a-58c9-b487-eea2ac6d4846/scratchpad/out5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나무</a:t>
            </a:r>
            <a:endParaRPr lang="en-US" sz="1200" dirty="0"/>
          </a:p>
        </p:txBody>
      </p:sp>
      <p:pic>
        <p:nvPicPr>
          <p:cNvPr id="6" name="overview 2" descr="/tmp/claude-0/-home-user-otterlee/54e04198-701a-58c9-b487-eea2ac6d4846/scratchpad/out5/2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7160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6032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숲(산)</a:t>
            </a:r>
            <a:endParaRPr lang="en-US" sz="1200" dirty="0"/>
          </a:p>
        </p:txBody>
      </p:sp>
      <p:pic>
        <p:nvPicPr>
          <p:cNvPr id="8" name="overview 3" descr="/tmp/claude-0/-home-user-otterlee/54e04198-701a-58c9-b487-eea2ac6d4846/scratchpad/out5/3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71600"/>
            <a:ext cx="1828800" cy="1828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산 두 개</a:t>
            </a:r>
            <a:endParaRPr lang="en-US" sz="1200" dirty="0"/>
          </a:p>
        </p:txBody>
      </p:sp>
      <p:pic>
        <p:nvPicPr>
          <p:cNvPr id="10" name="overview 4" descr="/tmp/claude-0/-home-user-otterlee/54e04198-701a-58c9-b487-eea2ac6d4846/scratchpad/out5/4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371600"/>
            <a:ext cx="1828800" cy="1828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76656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4안  지문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1안은 그대로 두고, 2~4안은 형태를 달리했습니다.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나무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앞서 좋다고 하신 1안 그대로입니다.</a:t>
            </a:r>
            <a:endParaRPr lang="en-US" sz="1200" dirty="0"/>
          </a:p>
        </p:txBody>
      </p:sp>
      <p:pic>
        <p:nvPicPr>
          <p:cNvPr id="4" name="1 green" descr="/tmp/claude-0/-home-user-otterlee/54e04198-701a-58c9-b487-eea2ac6d4846/scratchpad/out5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1 white" descr="/tmp/claude-0/-home-user-otterlee/54e04198-701a-58c9-b487-eea2ac6d4846/scratchpad/out5/1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1 lockup" descr="/tmp/claude-0/-home-user-otterlee/54e04198-701a-58c9-b487-eea2ac6d4846/scratchpad/out5/1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1 size0" descr="/tmp/claude-0/-home-user-otterlee/54e04198-701a-58c9-b487-eea2ac6d4846/scratchpad/out5/1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1 size1" descr="/tmp/claude-0/-home-user-otterlee/54e04198-701a-58c9-b487-eea2ac6d4846/scratchpad/out5/1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1 size2" descr="/tmp/claude-0/-home-user-otterlee/54e04198-701a-58c9-b487-eea2ac6d4846/scratchpad/out5/1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되는 안. 점 25개로 나무 한 그루를 그립니다.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숲(산)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능선이 살짝 비뚤어진 산 하나. 점은 아래가 크고 위로 갈수록 작아져 흩어집니다.</a:t>
            </a:r>
            <a:endParaRPr lang="en-US" sz="1200" dirty="0"/>
          </a:p>
        </p:txBody>
      </p:sp>
      <p:pic>
        <p:nvPicPr>
          <p:cNvPr id="4" name="2 green" descr="/tmp/claude-0/-home-user-otterlee/54e04198-701a-58c9-b487-eea2ac6d4846/scratchpad/out5/2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2 white" descr="/tmp/claude-0/-home-user-otterlee/54e04198-701a-58c9-b487-eea2ac6d4846/scratchpad/out5/2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2 lockup" descr="/tmp/claude-0/-home-user-otterlee/54e04198-701a-58c9-b487-eea2ac6d4846/scratchpad/out5/2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2 size0" descr="/tmp/claude-0/-home-user-otterlee/54e04198-701a-58c9-b487-eea2ac6d4846/scratchpad/out5/2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2 size1" descr="/tmp/claude-0/-home-user-otterlee/54e04198-701a-58c9-b487-eea2ac6d4846/scratchpad/out5/2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2 size2" descr="/tmp/claude-0/-home-user-otterlee/54e04198-701a-58c9-b487-eea2ac6d4846/scratchpad/out5/2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반듯한 삼각형 대신 능선을 자연스럽게 풀었습니다. 점이 77개로 많아 작게 쓸 때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산 두 개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높이가 다른 산 두 개가 이어지고, 점은 제각각의 크기로 모여 있습니다.</a:t>
            </a:r>
            <a:endParaRPr lang="en-US" sz="1200" dirty="0"/>
          </a:p>
        </p:txBody>
      </p:sp>
      <p:pic>
        <p:nvPicPr>
          <p:cNvPr id="4" name="3 green" descr="/tmp/claude-0/-home-user-otterlee/54e04198-701a-58c9-b487-eea2ac6d4846/scratchpad/out5/3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3 white" descr="/tmp/claude-0/-home-user-otterlee/54e04198-701a-58c9-b487-eea2ac6d4846/scratchpad/out5/3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3 lockup" descr="/tmp/claude-0/-home-user-otterlee/54e04198-701a-58c9-b487-eea2ac6d4846/scratchpad/out5/3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3 size0" descr="/tmp/claude-0/-home-user-otterlee/54e04198-701a-58c9-b487-eea2ac6d4846/scratchpad/out5/3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3 size1" descr="/tmp/claude-0/-home-user-otterlee/54e04198-701a-58c9-b487-eea2ac6d4846/scratchpad/out5/3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3 size2" descr="/tmp/claude-0/-home-user-otterlee/54e04198-701a-58c9-b487-eea2ac6d4846/scratchpad/out5/3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능선이 겹치는 골짜기가 생깁니다. 점이 93개로 가장 많아 작게 쓸 때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4안  지문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겹겹이 쌓인 아치가 지문 무늬를 이루고, 가운데에서 줄기가 내려옵니다.</a:t>
            </a:r>
            <a:endParaRPr lang="en-US" sz="1200" dirty="0"/>
          </a:p>
        </p:txBody>
      </p:sp>
      <p:pic>
        <p:nvPicPr>
          <p:cNvPr id="4" name="4 green" descr="/tmp/claude-0/-home-user-otterlee/54e04198-701a-58c9-b487-eea2ac6d4846/scratchpad/out5/4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4 white" descr="/tmp/claude-0/-home-user-otterlee/54e04198-701a-58c9-b487-eea2ac6d4846/scratchpad/out5/4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4 lockup" descr="/tmp/claude-0/-home-user-otterlee/54e04198-701a-58c9-b487-eea2ac6d4846/scratchpad/out5/4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4 size0" descr="/tmp/claude-0/-home-user-otterlee/54e04198-701a-58c9-b487-eea2ac6d4846/scratchpad/out5/4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4 size1" descr="/tmp/claude-0/-home-user-otterlee/54e04198-701a-58c9-b487-eea2ac6d4846/scratchpad/out5/4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4 size2" descr="/tmp/claude-0/-home-user-otterlee/54e04198-701a-58c9-b487-eea2ac6d4846/scratchpad/out5/4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지문이자 나무로 읽힙니다. 점 52개. 점마다 크기가 조금씩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2026-10-07T13:44:43Z</dcterms:created>
  <dcterms:modified xsi:type="dcterms:W3CDTF">2026-10-07T13:44:43Z</dcterms:modified>
</cp:coreProperties>
</file>
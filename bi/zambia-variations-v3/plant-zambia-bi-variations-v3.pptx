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image" Target="../media/image-7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image" Target="../media/image-8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D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symbol" descr="/tmp/claude-0/-home-user-otterlee/54e04198-701a-58c9-b487-eea2ac6d4846/scratchpad/out3/a_mono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2560320" cy="2560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74720" y="1188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아이덴티티 · 심볼 변형안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474720" y="22860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하나, 나무 한 그루, 한 사람 — 더 자연스럽고 자유로운 점으로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47472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D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(사)산과자연의친구 · 2026. 10 · v3 (피드백 반영 5안)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피드백과 수정 방향</a:t>
            </a:r>
            <a:endParaRPr lang="en-US" sz="2000" dirty="0"/>
          </a:p>
        </p:txBody>
      </p:sp>
      <p:pic>
        <p:nvPicPr>
          <p:cNvPr id="3" name="v2 symbol" descr="/tmp/claude-0/-home-user-otterlee/54e04198-701a-58c9-b487-eea2ac6d4846/scratchpad/in/x/ppt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기존(v2) — 격자 배열</a:t>
            </a:r>
            <a:endParaRPr lang="en-US" sz="1100" dirty="0"/>
          </a:p>
        </p:txBody>
      </p:sp>
      <p:sp>
        <p:nvSpPr>
          <p:cNvPr id="5" name="card 유지"/>
          <p:cNvSpPr/>
          <p:nvPr/>
        </p:nvSpPr>
        <p:spPr>
          <a:xfrm>
            <a:off x="3840480" y="10972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02336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097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나무 한 그루, 한 사람이라는 컨셉</a:t>
            </a:r>
            <a:endParaRPr lang="en-US" sz="1300" dirty="0"/>
          </a:p>
        </p:txBody>
      </p:sp>
      <p:sp>
        <p:nvSpPr>
          <p:cNvPr id="8" name="card 문제"/>
          <p:cNvSpPr/>
          <p:nvPr/>
        </p:nvSpPr>
        <p:spPr>
          <a:xfrm>
            <a:off x="3840480" y="19659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233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965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점을 도식적으로 줄 세워서 교통표지판처럼 읽힐 수 있음</a:t>
            </a:r>
            <a:endParaRPr lang="en-US" sz="1300" dirty="0"/>
          </a:p>
        </p:txBody>
      </p:sp>
      <p:sp>
        <p:nvSpPr>
          <p:cNvPr id="11" name="card 수정"/>
          <p:cNvSpPr/>
          <p:nvPr/>
        </p:nvSpPr>
        <p:spPr>
          <a:xfrm>
            <a:off x="3840480" y="2834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834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점의 크기를 다양하게, 배열은 자연스럽고 불규칙하게</a:t>
            </a:r>
            <a:endParaRPr lang="en-US" sz="1300" dirty="0"/>
          </a:p>
        </p:txBody>
      </p:sp>
      <p:sp>
        <p:nvSpPr>
          <p:cNvPr id="14" name="card 방식"/>
          <p:cNvSpPr/>
          <p:nvPr/>
        </p:nvSpPr>
        <p:spPr>
          <a:xfrm>
            <a:off x="3840480" y="37033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336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5가지 변형을 만들어 나중에 택일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기준 변형 한눈에 보기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가로형 로고의 글자는 v2와 같습니다. 심볼만 바꿨습니다.</a:t>
            </a:r>
            <a:endParaRPr lang="en-US" sz="1200" dirty="0"/>
          </a:p>
        </p:txBody>
      </p:sp>
      <p:pic>
        <p:nvPicPr>
          <p:cNvPr id="4" name="overview a" descr="/tmp/claude-0/-home-user-otterlee/54e04198-701a-58c9-b487-eea2ac6d4846/scratchpad/out3/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508760" cy="1508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017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1-1  기준안</a:t>
            </a:r>
            <a:endParaRPr lang="en-US" sz="1200" dirty="0"/>
          </a:p>
        </p:txBody>
      </p:sp>
      <p:pic>
        <p:nvPicPr>
          <p:cNvPr id="6" name="overview b" descr="/tmp/claude-0/-home-user-otterlee/54e04198-701a-58c9-b487-eea2ac6d4846/scratchpad/out3/b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1508760" cy="1508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03120" y="3017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1-2  크기 차이 크게</a:t>
            </a:r>
            <a:endParaRPr lang="en-US" sz="1200" dirty="0"/>
          </a:p>
        </p:txBody>
      </p:sp>
      <p:pic>
        <p:nvPicPr>
          <p:cNvPr id="8" name="overview c" descr="/tmp/claude-0/-home-user-otterlee/54e04198-701a-58c9-b487-eea2ac6d4846/scratchpad/out3/c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371600"/>
            <a:ext cx="1508760" cy="1508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749040" y="3017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1-3  위치 더 흩트리기</a:t>
            </a:r>
            <a:endParaRPr lang="en-US" sz="1200" dirty="0"/>
          </a:p>
        </p:txBody>
      </p:sp>
      <p:pic>
        <p:nvPicPr>
          <p:cNvPr id="10" name="overview d" descr="/tmp/claude-0/-home-user-otterlee/54e04198-701a-58c9-b487-eea2ac6d4846/scratchpad/out3/d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371600"/>
            <a:ext cx="1508760" cy="150876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394960" y="3017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1-4  줄기를 자유롭게</a:t>
            </a:r>
            <a:endParaRPr lang="en-US" sz="1200" dirty="0"/>
          </a:p>
        </p:txBody>
      </p:sp>
      <p:pic>
        <p:nvPicPr>
          <p:cNvPr id="12" name="overview e" descr="/tmp/claude-0/-home-user-otterlee/54e04198-701a-58c9-b487-eea2ac6d4846/scratchpad/out3/e_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1371600"/>
            <a:ext cx="1508760" cy="1508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040880" y="3017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1-5  가장자리 비우기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점 25개 안팎이고 나무 모양을 유지했습니다. 달라지는 것은 점의 크기와 위치뿐입니다.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1-1  기준안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앞서 좋다고 하신 1안 그대로입니다. v2의 나무 모양에 점 위치와 크기만 조금 풀었습니다.</a:t>
            </a:r>
            <a:endParaRPr lang="en-US" sz="1200" dirty="0"/>
          </a:p>
        </p:txBody>
      </p:sp>
      <p:pic>
        <p:nvPicPr>
          <p:cNvPr id="4" name="a green" descr="/tmp/claude-0/-home-user-otterlee/54e04198-701a-58c9-b487-eea2ac6d4846/scratchpad/out3/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a white" descr="/tmp/claude-0/-home-user-otterlee/54e04198-701a-58c9-b487-eea2ac6d4846/scratchpad/out3/a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a lockup" descr="/tmp/claude-0/-home-user-otterlee/54e04198-701a-58c9-b487-eea2ac6d4846/scratchpad/out3/a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a size0" descr="/tmp/claude-0/-home-user-otterlee/54e04198-701a-58c9-b487-eea2ac6d4846/scratchpad/out3/a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a size1" descr="/tmp/claude-0/-home-user-otterlee/54e04198-701a-58c9-b487-eea2ac6d4846/scratchpad/out3/a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a size2" descr="/tmp/claude-0/-home-user-otterlee/54e04198-701a-58c9-b487-eea2ac6d4846/scratchpad/out3/a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기준이 되는 안. 아래 변주와 비교해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1-2  크기 차이 크게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1안보다 큰 점과 작은 점의 차이를 키웠습니다.</a:t>
            </a:r>
            <a:endParaRPr lang="en-US" sz="1200" dirty="0"/>
          </a:p>
        </p:txBody>
      </p:sp>
      <p:pic>
        <p:nvPicPr>
          <p:cNvPr id="4" name="b green" descr="/tmp/claude-0/-home-user-otterlee/54e04198-701a-58c9-b487-eea2ac6d4846/scratchpad/out3/b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b white" descr="/tmp/claude-0/-home-user-otterlee/54e04198-701a-58c9-b487-eea2ac6d4846/scratchpad/out3/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b lockup" descr="/tmp/claude-0/-home-user-otterlee/54e04198-701a-58c9-b487-eea2ac6d4846/scratchpad/out3/b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b size0" descr="/tmp/claude-0/-home-user-otterlee/54e04198-701a-58c9-b487-eea2ac6d4846/scratchpad/out3/b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b size1" descr="/tmp/claude-0/-home-user-otterlee/54e04198-701a-58c9-b487-eea2ac6d4846/scratchpad/out3/b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b size2" descr="/tmp/claude-0/-home-user-otterlee/54e04198-701a-58c9-b487-eea2ac6d4846/scratchpad/out3/b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리듬감이 생기고 덜 도식적입니다. 가장 작은 점은 축소 시 뭉칠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1-3  위치 더 흩트리기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크기는 비슷하게 두고 배치를 더 자유롭게 흩트렸습니다.</a:t>
            </a:r>
            <a:endParaRPr lang="en-US" sz="1200" dirty="0"/>
          </a:p>
        </p:txBody>
      </p:sp>
      <p:pic>
        <p:nvPicPr>
          <p:cNvPr id="4" name="c green" descr="/tmp/claude-0/-home-user-otterlee/54e04198-701a-58c9-b487-eea2ac6d4846/scratchpad/out3/c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c white" descr="/tmp/claude-0/-home-user-otterlee/54e04198-701a-58c9-b487-eea2ac6d4846/scratchpad/out3/c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c lockup" descr="/tmp/claude-0/-home-user-otterlee/54e04198-701a-58c9-b487-eea2ac6d4846/scratchpad/out3/c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c size0" descr="/tmp/claude-0/-home-user-otterlee/54e04198-701a-58c9-b487-eea2ac6d4846/scratchpad/out3/c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c size1" descr="/tmp/claude-0/-home-user-otterlee/54e04198-701a-58c9-b487-eea2ac6d4846/scratchpad/out3/c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c size2" descr="/tmp/claude-0/-home-user-otterlee/54e04198-701a-58c9-b487-eea2ac6d4846/scratchpad/out3/c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나무 모양은 유지하면서 격자 느낌이 가장 많이 사라집니다.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1-4  줄기를 자유롭게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수관은 1안 수준으로 두고, 줄기 점을 아래로 갈수록 작게 하며 살짝 기울였습니다.</a:t>
            </a:r>
            <a:endParaRPr lang="en-US" sz="1200" dirty="0"/>
          </a:p>
        </p:txBody>
      </p:sp>
      <p:pic>
        <p:nvPicPr>
          <p:cNvPr id="4" name="d green" descr="/tmp/claude-0/-home-user-otterlee/54e04198-701a-58c9-b487-eea2ac6d4846/scratchpad/out3/d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d white" descr="/tmp/claude-0/-home-user-otterlee/54e04198-701a-58c9-b487-eea2ac6d4846/scratchpad/out3/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d lockup" descr="/tmp/claude-0/-home-user-otterlee/54e04198-701a-58c9-b487-eea2ac6d4846/scratchpad/out3/d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d size0" descr="/tmp/claude-0/-home-user-otterlee/54e04198-701a-58c9-b487-eea2ac6d4846/scratchpad/out3/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d size1" descr="/tmp/claude-0/-home-user-otterlee/54e04198-701a-58c9-b487-eea2ac6d4846/scratchpad/out3/d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d size2" descr="/tmp/claude-0/-home-user-otterlee/54e04198-701a-58c9-b487-eea2ac6d4846/scratchpad/out3/d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자라나는 줄기의 느낌. 수관은 거의 그대로입니다.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1-5  가장자리 비우기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수관 가장자리 점 몇 개를 빼고, 밖에 작은 점 둘을 떨어뜨렸습니다.</a:t>
            </a:r>
            <a:endParaRPr lang="en-US" sz="1200" dirty="0"/>
          </a:p>
        </p:txBody>
      </p:sp>
      <p:pic>
        <p:nvPicPr>
          <p:cNvPr id="4" name="e green" descr="/tmp/claude-0/-home-user-otterlee/54e04198-701a-58c9-b487-eea2ac6d4846/scratchpad/out3/e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e white" descr="/tmp/claude-0/-home-user-otterlee/54e04198-701a-58c9-b487-eea2ac6d4846/scratchpad/out3/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e lockup" descr="/tmp/claude-0/-home-user-otterlee/54e04198-701a-58c9-b487-eea2ac6d4846/scratchpad/out3/e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e size0" descr="/tmp/claude-0/-home-user-otterlee/54e04198-701a-58c9-b487-eea2ac6d4846/scratchpad/out3/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e size1" descr="/tmp/claude-0/-home-user-otterlee/54e04198-701a-58c9-b487-eea2ac6d4846/scratchpad/out3/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e size2" descr="/tmp/claude-0/-home-user-otterlee/54e04198-701a-58c9-b487-eea2ac6d4846/scratchpad/out3/e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바람에 날리는 느낌을 아주 조금만 더했습니다.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000" dirty="0"/>
          </a:p>
        </p:txBody>
      </p:sp>
      <p:sp>
        <p:nvSpPr>
          <p:cNvPr id="3" name="num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안 1~2개를 골라 주세요 (섞어 쓰기도 가능합니다)</a:t>
            </a:r>
            <a:endParaRPr lang="en-US" sz="1500" dirty="0"/>
          </a:p>
        </p:txBody>
      </p:sp>
      <p:sp>
        <p:nvSpPr>
          <p:cNvPr id="6" name="num 2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안은 점 배치를 다듬어 가로형·세로형·심볼 단독·영문형으로 확장합니다</a:t>
            </a:r>
            <a:endParaRPr lang="en-US" sz="1500" dirty="0"/>
          </a:p>
        </p:txBody>
      </p:sp>
      <p:sp>
        <p:nvSpPr>
          <p:cNvPr id="9" name="num 3"/>
          <p:cNvSpPr/>
          <p:nvPr/>
        </p:nvSpPr>
        <p:spPr>
          <a:xfrm>
            <a:off x="457200" y="310896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크기에서 점이 뭉개지는지 다시 확인합니다 (심볼 10mm / 32px)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잠비아 나무심기 BI 심볼 변형안</dc:title>
  <dc:subject>PptxGenJS Presentation</dc:subject>
  <dc:creator>PptxGenJS</dc:creator>
  <cp:lastModifiedBy>PptxGenJS</cp:lastModifiedBy>
  <cp:revision>1</cp:revision>
  <dcterms:created xsi:type="dcterms:W3CDTF">2026-10-07T13:38:10Z</dcterms:created>
  <dcterms:modified xsi:type="dcterms:W3CDTF">2026-10-07T13:38:10Z</dcterms:modified>
</cp:coreProperties>
</file>
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image" Target="../media/image-7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D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symbol" descr="/tmp/claude-0/-home-user-otterlee/54e04198-701a-58c9-b487-eea2ac6d4846/scratchpad/out4/1_mono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2560320" cy="2560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74720" y="1188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아이덴티티 · 심볼 변형안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474720" y="22860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하나, 나무 한 그루, 한 사람 — 더 자연스럽고 자유로운 점으로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47472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D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(사)산과자연의친구 · 2026. 10 · v3 (피드백 반영 4안)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피드백과 수정 방향</a:t>
            </a:r>
            <a:endParaRPr lang="en-US" sz="2000" dirty="0"/>
          </a:p>
        </p:txBody>
      </p:sp>
      <p:pic>
        <p:nvPicPr>
          <p:cNvPr id="3" name="v2 symbol" descr="/tmp/claude-0/-home-user-otterlee/54e04198-701a-58c9-b487-eea2ac6d4846/scratchpad/in/x/ppt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기존(v2) — 격자 배열</a:t>
            </a:r>
            <a:endParaRPr lang="en-US" sz="1100" dirty="0"/>
          </a:p>
        </p:txBody>
      </p:sp>
      <p:sp>
        <p:nvSpPr>
          <p:cNvPr id="5" name="card 유지"/>
          <p:cNvSpPr/>
          <p:nvPr/>
        </p:nvSpPr>
        <p:spPr>
          <a:xfrm>
            <a:off x="3840480" y="10972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02336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097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나무 한 그루, 한 사람이라는 컨셉</a:t>
            </a:r>
            <a:endParaRPr lang="en-US" sz="1300" dirty="0"/>
          </a:p>
        </p:txBody>
      </p:sp>
      <p:sp>
        <p:nvSpPr>
          <p:cNvPr id="8" name="card 문제"/>
          <p:cNvSpPr/>
          <p:nvPr/>
        </p:nvSpPr>
        <p:spPr>
          <a:xfrm>
            <a:off x="3840480" y="19659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233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965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점을 도식적으로 줄 세워서 교통표지판처럼 읽힐 수 있음</a:t>
            </a:r>
            <a:endParaRPr lang="en-US" sz="1300" dirty="0"/>
          </a:p>
        </p:txBody>
      </p:sp>
      <p:sp>
        <p:nvSpPr>
          <p:cNvPr id="11" name="card 수정"/>
          <p:cNvSpPr/>
          <p:nvPr/>
        </p:nvSpPr>
        <p:spPr>
          <a:xfrm>
            <a:off x="3840480" y="2834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834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점의 크기를 다양하게, 배열은 자연스럽고 불규칙하게</a:t>
            </a:r>
            <a:endParaRPr lang="en-US" sz="1300" dirty="0"/>
          </a:p>
        </p:txBody>
      </p:sp>
      <p:sp>
        <p:nvSpPr>
          <p:cNvPr id="14" name="card 방식"/>
          <p:cNvSpPr/>
          <p:nvPr/>
        </p:nvSpPr>
        <p:spPr>
          <a:xfrm>
            <a:off x="3840480" y="37033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336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변형을 만들어 나중에 택일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변형안 한눈에 보기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가로형 로고의 글자는 v2와 같습니다. 심볼만 바꿨습니다.</a:t>
            </a:r>
            <a:endParaRPr lang="en-US" sz="1200" dirty="0"/>
          </a:p>
        </p:txBody>
      </p:sp>
      <p:pic>
        <p:nvPicPr>
          <p:cNvPr id="4" name="overview 1" descr="/tmp/claude-0/-home-user-otterlee/54e04198-701a-58c9-b487-eea2ac6d4846/scratchpad/out4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나무</a:t>
            </a:r>
            <a:endParaRPr lang="en-US" sz="1200" dirty="0"/>
          </a:p>
        </p:txBody>
      </p:sp>
      <p:pic>
        <p:nvPicPr>
          <p:cNvPr id="6" name="overview 2" descr="/tmp/claude-0/-home-user-otterlee/54e04198-701a-58c9-b487-eea2ac6d4846/scratchpad/out4/2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7160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56032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숲(삼각형)</a:t>
            </a:r>
            <a:endParaRPr lang="en-US" sz="1200" dirty="0"/>
          </a:p>
        </p:txBody>
      </p:sp>
      <p:pic>
        <p:nvPicPr>
          <p:cNvPr id="8" name="overview 3" descr="/tmp/claude-0/-home-user-otterlee/54e04198-701a-58c9-b487-eea2ac6d4846/scratchpad/out4/3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371600"/>
            <a:ext cx="1828800" cy="1828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66344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 산 두 개</a:t>
            </a:r>
            <a:endParaRPr lang="en-US" sz="1200" dirty="0"/>
          </a:p>
        </p:txBody>
      </p:sp>
      <p:pic>
        <p:nvPicPr>
          <p:cNvPr id="10" name="overview 4" descr="/tmp/claude-0/-home-user-otterlee/54e04198-701a-58c9-b487-eea2ac6d4846/scratchpad/out4/4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371600"/>
            <a:ext cx="1828800" cy="1828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76656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4안  지문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1안은 그대로 두고, 2~4안은 형태를 달리했습니다.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나무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앞서 좋다고 하신 1안 그대로입니다. v2의 나무 모양에 점의 위치와 크기만 조금 풀었습니다.</a:t>
            </a:r>
            <a:endParaRPr lang="en-US" sz="1200" dirty="0"/>
          </a:p>
        </p:txBody>
      </p:sp>
      <p:pic>
        <p:nvPicPr>
          <p:cNvPr id="4" name="1 green" descr="/tmp/claude-0/-home-user-otterlee/54e04198-701a-58c9-b487-eea2ac6d4846/scratchpad/out4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1 white" descr="/tmp/claude-0/-home-user-otterlee/54e04198-701a-58c9-b487-eea2ac6d4846/scratchpad/out4/1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1 lockup" descr="/tmp/claude-0/-home-user-otterlee/54e04198-701a-58c9-b487-eea2ac6d4846/scratchpad/out4/1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1 size0" descr="/tmp/claude-0/-home-user-otterlee/54e04198-701a-58c9-b487-eea2ac6d4846/scratchpad/out4/1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1 size1" descr="/tmp/claude-0/-home-user-otterlee/54e04198-701a-58c9-b487-eea2ac6d4846/scratchpad/out4/1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1 size2" descr="/tmp/claude-0/-home-user-otterlee/54e04198-701a-58c9-b487-eea2ac6d4846/scratchpad/out4/1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기준이 되는 안. 나무 한 그루를 점으로 그립니다.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숲(삼각형)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점이 삼각형으로 모여 숲이자 산의 모양이 됩니다.</a:t>
            </a:r>
            <a:endParaRPr lang="en-US" sz="1200" dirty="0"/>
          </a:p>
        </p:txBody>
      </p:sp>
      <p:pic>
        <p:nvPicPr>
          <p:cNvPr id="4" name="2 green" descr="/tmp/claude-0/-home-user-otterlee/54e04198-701a-58c9-b487-eea2ac6d4846/scratchpad/out4/2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2 white" descr="/tmp/claude-0/-home-user-otterlee/54e04198-701a-58c9-b487-eea2ac6d4846/scratchpad/out4/2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2 lockup" descr="/tmp/claude-0/-home-user-otterlee/54e04198-701a-58c9-b487-eea2ac6d4846/scratchpad/out4/2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2 size0" descr="/tmp/claude-0/-home-user-otterlee/54e04198-701a-58c9-b487-eea2ac6d4846/scratchpad/out4/2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2 size1" descr="/tmp/claude-0/-home-user-otterlee/54e04198-701a-58c9-b487-eea2ac6d4846/scratchpad/out4/2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2 size2" descr="/tmp/claude-0/-home-user-otterlee/54e04198-701a-58c9-b487-eea2ac6d4846/scratchpad/out4/2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단순한 형태. 점이 모여 숲을 이룬다는 이야기가 바로 읽힙니다. 삼각형이라 표지판처럼 보이지 않는지 확인이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 산 두 개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큰 산과 작은 산, 두 개의 삼각형이 이어집니다.</a:t>
            </a:r>
            <a:endParaRPr lang="en-US" sz="1200" dirty="0"/>
          </a:p>
        </p:txBody>
      </p:sp>
      <p:pic>
        <p:nvPicPr>
          <p:cNvPr id="4" name="3 green" descr="/tmp/claude-0/-home-user-otterlee/54e04198-701a-58c9-b487-eea2ac6d4846/scratchpad/out4/3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3 white" descr="/tmp/claude-0/-home-user-otterlee/54e04198-701a-58c9-b487-eea2ac6d4846/scratchpad/out4/3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3 lockup" descr="/tmp/claude-0/-home-user-otterlee/54e04198-701a-58c9-b487-eea2ac6d4846/scratchpad/out4/3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3 size0" descr="/tmp/claude-0/-home-user-otterlee/54e04198-701a-58c9-b487-eea2ac6d4846/scratchpad/out4/3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3 size1" descr="/tmp/claude-0/-home-user-otterlee/54e04198-701a-58c9-b487-eea2ac6d4846/scratchpad/out4/3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3 size2" descr="/tmp/claude-0/-home-user-otterlee/54e04198-701a-58c9-b487-eea2ac6d4846/scratchpad/out4/3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개가 이어져 한국과 잠비아, 나와 이웃의 모습으로 이야기할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4안  지문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1안의 나무 모양 안에서 점이 지문처럼 휘감겨 돕니다. 바깥 끝이 줄기로 이어집니다.</a:t>
            </a:r>
            <a:endParaRPr lang="en-US" sz="1200" dirty="0"/>
          </a:p>
        </p:txBody>
      </p:sp>
      <p:pic>
        <p:nvPicPr>
          <p:cNvPr id="4" name="4 green" descr="/tmp/claude-0/-home-user-otterlee/54e04198-701a-58c9-b487-eea2ac6d4846/scratchpad/out4/4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4 white" descr="/tmp/claude-0/-home-user-otterlee/54e04198-701a-58c9-b487-eea2ac6d4846/scratchpad/out4/4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4 lockup" descr="/tmp/claude-0/-home-user-otterlee/54e04198-701a-58c9-b487-eea2ac6d4846/scratchpad/out4/4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4 size0" descr="/tmp/claude-0/-home-user-otterlee/54e04198-701a-58c9-b487-eea2ac6d4846/scratchpad/out4/4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4 size1" descr="/tmp/claude-0/-home-user-otterlee/54e04198-701a-58c9-b487-eea2ac6d4846/scratchpad/out4/4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4 size2" descr="/tmp/claude-0/-home-user-otterlee/54e04198-701a-58c9-b487-eea2ac6d4846/scratchpad/out4/4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사람 한 명, 지문은 그 사람의 흔적입니다. 점이 64개로 가장 많아 작게 쓸 때 확인이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000" dirty="0"/>
          </a:p>
        </p:txBody>
      </p:sp>
      <p:sp>
        <p:nvSpPr>
          <p:cNvPr id="3" name="num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안 1~2개를 골라 주세요 (섞어 쓰기도 가능합니다)</a:t>
            </a:r>
            <a:endParaRPr lang="en-US" sz="1500" dirty="0"/>
          </a:p>
        </p:txBody>
      </p:sp>
      <p:sp>
        <p:nvSpPr>
          <p:cNvPr id="6" name="num 2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안은 점 배치를 다듬어 가로형·세로형·심볼 단독·영문형으로 확장합니다</a:t>
            </a:r>
            <a:endParaRPr lang="en-US" sz="1500" dirty="0"/>
          </a:p>
        </p:txBody>
      </p:sp>
      <p:sp>
        <p:nvSpPr>
          <p:cNvPr id="9" name="num 3"/>
          <p:cNvSpPr/>
          <p:nvPr/>
        </p:nvSpPr>
        <p:spPr>
          <a:xfrm>
            <a:off x="457200" y="310896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크기에서 점이 뭉개지는지 다시 확인합니다 (심볼 10mm / 32px)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잠비아 나무심기 BI 심볼 변형안</dc:title>
  <dc:subject>PptxGenJS Presentation</dc:subject>
  <dc:creator>PptxGenJS</dc:creator>
  <cp:lastModifiedBy>PptxGenJS</cp:lastModifiedBy>
  <cp:revision>1</cp:revision>
  <dcterms:created xsi:type="dcterms:W3CDTF">2026-10-07T13:41:12Z</dcterms:created>
  <dcterms:modified xsi:type="dcterms:W3CDTF">2026-10-07T13:41:12Z</dcterms:modified>
</cp:coreProperties>
</file>